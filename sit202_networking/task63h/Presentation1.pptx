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7755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192047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2278173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4304617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90010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4214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9406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367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88132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BC29E-0EBA-F368-BE77-174128CE62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0C232-AAF1-5E5A-4767-B56F4132D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A83B53-6D2B-3063-AE3D-8B89AA49EA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5D276A-1C1E-EAA8-9E5C-00CEDC27A6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1">
                <a:lumMod val="50000"/>
              </a:schemeClr>
            </a:gs>
            <a:gs pos="32000">
              <a:schemeClr val="accent2">
                <a:lumMod val="50000"/>
              </a:schemeClr>
            </a:gs>
            <a:gs pos="80000">
              <a:schemeClr val="tx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859780" name="Shape 1998852806"/>
          <p:cNvSpPr/>
          <p:nvPr/>
        </p:nvSpPr>
        <p:spPr bwMode="auto">
          <a:xfrm rot="0" flipH="0" flipV="0">
            <a:off x="0" y="0"/>
            <a:ext cx="12198094" cy="6858000"/>
          </a:xfrm>
          <a:custGeom>
            <a:avLst/>
            <a:gdLst/>
            <a:ahLst/>
            <a:cxnLst/>
            <a:rect l="0" t="0" r="r" b="b"/>
            <a:pathLst>
              <a:path w="11974958" h="6661194" fill="norm" stroke="1" extrusionOk="0">
                <a:moveTo>
                  <a:pt x="0" y="0"/>
                </a:moveTo>
                <a:cubicBezTo>
                  <a:pt x="0" y="0"/>
                  <a:pt x="11974958" y="0"/>
                  <a:pt x="11974958" y="0"/>
                </a:cubicBezTo>
                <a:cubicBezTo>
                  <a:pt x="11974958" y="0"/>
                  <a:pt x="11974957" y="6468203"/>
                  <a:pt x="11974957" y="6468203"/>
                </a:cubicBezTo>
                <a:cubicBezTo>
                  <a:pt x="11189698" y="6783155"/>
                  <a:pt x="9699108" y="6748947"/>
                  <a:pt x="9038579" y="6092750"/>
                </a:cubicBezTo>
                <a:cubicBezTo>
                  <a:pt x="8056839" y="5118385"/>
                  <a:pt x="8542376" y="4134151"/>
                  <a:pt x="8300730" y="3409738"/>
                </a:cubicBezTo>
                <a:cubicBezTo>
                  <a:pt x="8005759" y="2537759"/>
                  <a:pt x="6937295" y="2580626"/>
                  <a:pt x="5040890" y="2631665"/>
                </a:cubicBezTo>
                <a:cubicBezTo>
                  <a:pt x="2519743" y="2568136"/>
                  <a:pt x="0" y="923943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43999"/>
                </a:schemeClr>
              </a:gs>
              <a:gs pos="19000">
                <a:schemeClr val="accent2">
                  <a:lumMod val="50000"/>
                  <a:alpha val="43999"/>
                </a:schemeClr>
              </a:gs>
              <a:gs pos="53000">
                <a:schemeClr val="accent2">
                  <a:lumMod val="75000"/>
                  <a:alpha val="43999"/>
                </a:schemeClr>
              </a:gs>
              <a:gs pos="74000">
                <a:schemeClr val="accent2">
                  <a:lumMod val="50000"/>
                  <a:alpha val="43999"/>
                </a:schemeClr>
              </a:gs>
              <a:gs pos="96000">
                <a:schemeClr val="bg2">
                  <a:lumMod val="10000"/>
                  <a:alpha val="43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pic>
        <p:nvPicPr>
          <p:cNvPr id="880477514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3430948" y="0"/>
            <a:ext cx="8915398" cy="6229350"/>
          </a:xfrm>
          <a:prstGeom prst="rect">
            <a:avLst/>
          </a:prstGeom>
        </p:spPr>
      </p:pic>
      <p:sp>
        <p:nvSpPr>
          <p:cNvPr id="1825929437" name=""/>
          <p:cNvSpPr/>
          <p:nvPr/>
        </p:nvSpPr>
        <p:spPr bwMode="auto">
          <a:xfrm flipH="0" flipV="0">
            <a:off x="3668730" y="0"/>
            <a:ext cx="8523266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66000"/>
                </a:schemeClr>
              </a:gs>
              <a:gs pos="19000">
                <a:schemeClr val="accent2">
                  <a:lumMod val="50000"/>
                  <a:alpha val="66000"/>
                </a:schemeClr>
              </a:gs>
              <a:gs pos="53000">
                <a:schemeClr val="accent2">
                  <a:lumMod val="75000"/>
                  <a:alpha val="66000"/>
                </a:schemeClr>
              </a:gs>
              <a:gs pos="74000">
                <a:schemeClr val="accent2">
                  <a:lumMod val="50000"/>
                  <a:alpha val="66000"/>
                </a:schemeClr>
              </a:gs>
              <a:gs pos="96000">
                <a:schemeClr val="bg2">
                  <a:lumMod val="10000"/>
                  <a:alpha val="66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59038985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841248" y="3429000"/>
            <a:ext cx="7315200" cy="1494752"/>
          </a:xfrm>
        </p:spPr>
        <p:txBody>
          <a:bodyPr anchor="b"/>
          <a:lstStyle>
            <a:lvl1pPr algn="l">
              <a:defRPr sz="5000"/>
            </a:lvl1pPr>
            <a:lvl2pPr algn="l">
              <a:defRPr sz="5000"/>
            </a:lvl2pPr>
            <a:lvl3pPr algn="l">
              <a:defRPr sz="5000"/>
            </a:lvl3pPr>
            <a:lvl4pPr algn="l">
              <a:defRPr sz="5000"/>
            </a:lvl4pPr>
            <a:lvl5pPr algn="l">
              <a:defRPr sz="5000"/>
            </a:lvl5pPr>
            <a:lvl6pPr algn="l">
              <a:defRPr sz="5000"/>
            </a:lvl6pPr>
            <a:lvl7pPr algn="l">
              <a:defRPr sz="5000"/>
            </a:lvl7pPr>
            <a:lvl8pPr algn="l">
              <a:defRPr sz="5000"/>
            </a:lvl8pPr>
            <a:lvl9pPr algn="l">
              <a:defRPr sz="5000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6723565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7" y="4942803"/>
            <a:ext cx="7315200" cy="909428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2000"/>
            </a:lvl3pPr>
            <a:lvl4pPr marL="1371600" indent="0" algn="l">
              <a:buNone/>
              <a:defRPr sz="2000"/>
            </a:lvl4pPr>
            <a:lvl5pPr marL="1828800" indent="0" algn="l">
              <a:buNone/>
              <a:defRPr sz="2000"/>
            </a:lvl5pPr>
            <a:lvl6pPr marL="2286000" indent="0" algn="l">
              <a:buNone/>
              <a:defRPr sz="2000"/>
            </a:lvl6pPr>
            <a:lvl7pPr marL="2743200" indent="0" algn="l">
              <a:buNone/>
              <a:defRPr sz="2000"/>
            </a:lvl7pPr>
            <a:lvl8pPr marL="3200400" indent="0" algn="l">
              <a:buNone/>
              <a:defRPr sz="2000"/>
            </a:lvl8pPr>
            <a:lvl9pPr marL="3657600" indent="0" algn="l">
              <a:buNone/>
              <a:defRPr sz="20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2488443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7310516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2568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762658882" name=""/>
          <p:cNvSpPr/>
          <p:nvPr/>
        </p:nvSpPr>
        <p:spPr bwMode="auto">
          <a:xfrm rot="0" flipH="0" flipV="0">
            <a:off x="7370478" y="3545847"/>
            <a:ext cx="630526" cy="63052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39229897" name=""/>
          <p:cNvSpPr/>
          <p:nvPr/>
        </p:nvSpPr>
        <p:spPr bwMode="auto">
          <a:xfrm rot="8915418" flipH="0" flipV="0">
            <a:off x="6783862" y="2871367"/>
            <a:ext cx="266887" cy="266887"/>
          </a:xfrm>
          <a:prstGeom prst="ellipse">
            <a:avLst/>
          </a:prstGeom>
          <a:gradFill>
            <a:gsLst>
              <a:gs pos="0">
                <a:schemeClr val="accent3">
                  <a:lumMod val="50000"/>
                  <a:alpha val="70000"/>
                </a:schemeClr>
              </a:gs>
              <a:gs pos="61000">
                <a:schemeClr val="accent1">
                  <a:lumMod val="50000"/>
                  <a:alpha val="7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6772666" name=""/>
          <p:cNvSpPr/>
          <p:nvPr/>
        </p:nvSpPr>
        <p:spPr bwMode="auto">
          <a:xfrm rot="8915418" flipH="0" flipV="0">
            <a:off x="985449" y="853132"/>
            <a:ext cx="394734" cy="39473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9999"/>
                </a:schemeClr>
              </a:gs>
              <a:gs pos="100000">
                <a:schemeClr val="accent1">
                  <a:lumMod val="50000"/>
                  <a:alpha val="4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76942011" name=""/>
          <p:cNvPicPr>
            <a:picLocks noChangeAspect="1"/>
          </p:cNvPicPr>
          <p:nvPr/>
        </p:nvPicPr>
        <p:blipFill rotWithShape="1">
          <a:blip r:embed="rId3">
            <a:alphaModFix amt="33999"/>
          </a:blip>
          <a:stretch/>
        </p:blipFill>
        <p:spPr bwMode="auto">
          <a:xfrm flipH="0" flipV="0">
            <a:off x="5901354" y="0"/>
            <a:ext cx="6290644" cy="5619748"/>
          </a:xfrm>
          <a:prstGeom prst="rect">
            <a:avLst/>
          </a:prstGeom>
        </p:spPr>
      </p:pic>
      <p:grpSp>
        <p:nvGrpSpPr>
          <p:cNvPr id="1647724177" name=""/>
          <p:cNvGrpSpPr/>
          <p:nvPr/>
        </p:nvGrpSpPr>
        <p:grpSpPr bwMode="auto">
          <a:xfrm>
            <a:off x="6436434" y="0"/>
            <a:ext cx="5755563" cy="5185485"/>
            <a:chOff x="0" y="0"/>
            <a:chExt cx="5755563" cy="5185485"/>
          </a:xfrm>
        </p:grpSpPr>
        <p:sp>
          <p:nvSpPr>
            <p:cNvPr id="1645673733" name=""/>
            <p:cNvSpPr/>
            <p:nvPr/>
          </p:nvSpPr>
          <p:spPr bwMode="auto">
            <a:xfrm>
              <a:off x="0" y="0"/>
              <a:ext cx="5755563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4000">
                  <a:schemeClr val="accent2">
                    <a:lumMod val="75000"/>
                    <a:alpha val="99999"/>
                  </a:schemeClr>
                </a:gs>
                <a:gs pos="44000">
                  <a:schemeClr val="accent2">
                    <a:lumMod val="50000"/>
                    <a:alpha val="99999"/>
                  </a:schemeClr>
                </a:gs>
                <a:gs pos="96000">
                  <a:schemeClr val="bg2">
                    <a:lumMod val="10000"/>
                    <a:alpha val="99999"/>
                  </a:schemeClr>
                </a:gs>
              </a:gsLst>
              <a:lin ang="10200000" scaled="1"/>
            </a:gra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158680612" name=""/>
            <p:cNvSpPr/>
            <p:nvPr/>
          </p:nvSpPr>
          <p:spPr bwMode="auto">
            <a:xfrm>
              <a:off x="0" y="0"/>
              <a:ext cx="5755563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  <a:alpha val="66000"/>
                  </a:schemeClr>
                </a:gs>
                <a:gs pos="66000">
                  <a:schemeClr val="accent2">
                    <a:lumMod val="50000"/>
                    <a:alpha val="66000"/>
                  </a:schemeClr>
                </a:gs>
                <a:gs pos="96000">
                  <a:schemeClr val="bg2">
                    <a:lumMod val="10000"/>
                    <a:alpha val="66000"/>
                  </a:schemeClr>
                </a:gs>
              </a:gsLst>
              <a:lin ang="15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202637702" name=""/>
            <p:cNvSpPr/>
            <p:nvPr/>
          </p:nvSpPr>
          <p:spPr bwMode="auto">
            <a:xfrm>
              <a:off x="0" y="0"/>
              <a:ext cx="5755563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  <a:alpha val="66000"/>
                  </a:schemeClr>
                </a:gs>
                <a:gs pos="66000">
                  <a:schemeClr val="accent2">
                    <a:lumMod val="50000"/>
                    <a:alpha val="66000"/>
                  </a:schemeClr>
                </a:gs>
                <a:gs pos="96000">
                  <a:schemeClr val="bg2">
                    <a:lumMod val="10000"/>
                    <a:alpha val="66000"/>
                  </a:schemeClr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2049971112" name=""/>
            <p:cNvSpPr/>
            <p:nvPr/>
          </p:nvSpPr>
          <p:spPr bwMode="auto">
            <a:xfrm>
              <a:off x="0" y="0"/>
              <a:ext cx="5755563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12000">
                  <a:schemeClr val="accent2">
                    <a:lumMod val="40000"/>
                    <a:lumOff val="60000"/>
                    <a:alpha val="42000"/>
                  </a:schemeClr>
                </a:gs>
                <a:gs pos="82000">
                  <a:schemeClr val="accent2">
                    <a:lumMod val="50000"/>
                    <a:alpha val="42000"/>
                  </a:schemeClr>
                </a:gs>
                <a:gs pos="96000">
                  <a:schemeClr val="bg2">
                    <a:lumMod val="10000"/>
                    <a:alpha val="42000"/>
                  </a:schemeClr>
                </a:gs>
              </a:gsLst>
              <a:lin ang="177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2234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227102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240757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8565697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476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784455907" name=""/>
          <p:cNvSpPr/>
          <p:nvPr/>
        </p:nvSpPr>
        <p:spPr bwMode="auto">
          <a:xfrm rot="5399976" flipH="0" flipV="0">
            <a:off x="2666403" y="-2667613"/>
            <a:ext cx="6879729" cy="1217141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046" y="43200"/>
                </a:lnTo>
                <a:cubicBezTo>
                  <a:pt x="39677" y="42246"/>
                  <a:pt x="34285" y="34057"/>
                  <a:pt x="32283" y="30754"/>
                </a:cubicBezTo>
                <a:cubicBezTo>
                  <a:pt x="28975" y="25293"/>
                  <a:pt x="30512" y="20870"/>
                  <a:pt x="29644" y="17212"/>
                </a:cubicBezTo>
                <a:cubicBezTo>
                  <a:pt x="28595" y="12807"/>
                  <a:pt x="23020" y="12984"/>
                  <a:pt x="15999" y="12617"/>
                </a:cubicBezTo>
                <a:cubicBezTo>
                  <a:pt x="7418" y="12251"/>
                  <a:pt x="0" y="4662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24999"/>
                </a:schemeClr>
              </a:gs>
              <a:gs pos="19000">
                <a:schemeClr val="accent2">
                  <a:lumMod val="50000"/>
                  <a:alpha val="24999"/>
                </a:schemeClr>
              </a:gs>
              <a:gs pos="53000">
                <a:schemeClr val="accent2">
                  <a:lumMod val="75000"/>
                  <a:alpha val="24999"/>
                </a:schemeClr>
              </a:gs>
              <a:gs pos="74000">
                <a:schemeClr val="accent2">
                  <a:lumMod val="50000"/>
                  <a:alpha val="24999"/>
                </a:schemeClr>
              </a:gs>
              <a:gs pos="96000">
                <a:schemeClr val="bg2">
                  <a:lumMod val="10000"/>
                  <a:alpha val="24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35830" name=""/>
          <p:cNvSpPr/>
          <p:nvPr/>
        </p:nvSpPr>
        <p:spPr bwMode="auto">
          <a:xfrm rot="0" flipH="0" flipV="0">
            <a:off x="10887750" y="1168398"/>
            <a:ext cx="630525" cy="630525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9612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8" y="4928616"/>
            <a:ext cx="7324596" cy="1161032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08308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10065005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flipH="0" flipV="0">
            <a:off x="1327335" y="0"/>
            <a:ext cx="10864661" cy="6089648"/>
          </a:xfrm>
          <a:prstGeom prst="rect">
            <a:avLst/>
          </a:prstGeom>
          <a:ln w="12700">
            <a:noFill/>
          </a:ln>
        </p:spPr>
      </p:pic>
      <p:sp>
        <p:nvSpPr>
          <p:cNvPr id="1804802716" name=""/>
          <p:cNvSpPr/>
          <p:nvPr/>
        </p:nvSpPr>
        <p:spPr bwMode="auto">
          <a:xfrm flipH="0" flipV="0">
            <a:off x="1451574" y="0"/>
            <a:ext cx="10740420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60000"/>
                </a:schemeClr>
              </a:gs>
              <a:gs pos="19000">
                <a:schemeClr val="accent2">
                  <a:lumMod val="50000"/>
                  <a:alpha val="60000"/>
                </a:schemeClr>
              </a:gs>
              <a:gs pos="63000">
                <a:schemeClr val="accent2">
                  <a:lumMod val="50000"/>
                  <a:alpha val="60000"/>
                </a:schemeClr>
              </a:gs>
              <a:gs pos="96000">
                <a:schemeClr val="bg2">
                  <a:lumMod val="10000"/>
                  <a:alpha val="60000"/>
                </a:schemeClr>
              </a:gs>
            </a:gsLst>
            <a:lin ang="96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441542981" name=""/>
          <p:cNvSpPr/>
          <p:nvPr/>
        </p:nvSpPr>
        <p:spPr bwMode="auto">
          <a:xfrm rot="8915418" flipH="0" flipV="0">
            <a:off x="420507" y="961043"/>
            <a:ext cx="394733" cy="394733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30000"/>
                </a:schemeClr>
              </a:gs>
              <a:gs pos="100000">
                <a:schemeClr val="accent1">
                  <a:lumMod val="50000"/>
                  <a:alpha val="3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484558" name=""/>
          <p:cNvSpPr/>
          <p:nvPr/>
        </p:nvSpPr>
        <p:spPr bwMode="auto">
          <a:xfrm rot="0" flipH="0" flipV="0">
            <a:off x="552288" y="3044823"/>
            <a:ext cx="630526" cy="63052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91729244" name=""/>
          <p:cNvSpPr/>
          <p:nvPr/>
        </p:nvSpPr>
        <p:spPr bwMode="auto">
          <a:xfrm rot="1379112" flipH="0" flipV="0">
            <a:off x="1533259" y="2627385"/>
            <a:ext cx="276736" cy="27673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6004019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429000"/>
            <a:ext cx="7315200" cy="1499614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>
              <a:defRPr sz="5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5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5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50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50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5000"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 sz="5000"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 sz="5000"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 sz="5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</a:t>
            </a:r>
            <a:endParaRPr/>
          </a:p>
        </p:txBody>
      </p:sp>
      <p:sp>
        <p:nvSpPr>
          <p:cNvPr id="1485276346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8" y="4928616"/>
            <a:ext cx="7324596" cy="1161032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239903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8972932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779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accent1">
                <a:lumMod val="50000"/>
              </a:schemeClr>
            </a:gs>
            <a:gs pos="42000">
              <a:schemeClr val="accent2">
                <a:lumMod val="50000"/>
              </a:schemeClr>
            </a:gs>
            <a:gs pos="100000">
              <a:schemeClr val="accent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153955" name=""/>
          <p:cNvSpPr/>
          <p:nvPr/>
        </p:nvSpPr>
        <p:spPr bwMode="auto">
          <a:xfrm rot="6613455" flipH="0" flipV="0">
            <a:off x="568918" y="5506504"/>
            <a:ext cx="597564" cy="59756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1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746873" name=""/>
          <p:cNvSpPr/>
          <p:nvPr/>
        </p:nvSpPr>
        <p:spPr bwMode="auto">
          <a:xfrm rot="0" flipH="0" flipV="0">
            <a:off x="8314942" y="0"/>
            <a:ext cx="3877056" cy="6858000"/>
          </a:xfrm>
          <a:custGeom>
            <a:avLst/>
            <a:gdLst/>
            <a:ahLst/>
            <a:cxnLst/>
            <a:rect l="0" t="0" r="r" b="b"/>
            <a:pathLst>
              <a:path w="3881133" h="6687499" fill="norm" stroke="1" extrusionOk="0">
                <a:moveTo>
                  <a:pt x="0" y="0"/>
                </a:moveTo>
                <a:cubicBezTo>
                  <a:pt x="0" y="0"/>
                  <a:pt x="3881133" y="0"/>
                  <a:pt x="3881133" y="0"/>
                </a:cubicBezTo>
                <a:cubicBezTo>
                  <a:pt x="3881133" y="0"/>
                  <a:pt x="3881133" y="6687499"/>
                  <a:pt x="3881133" y="6687499"/>
                </a:cubicBezTo>
                <a:cubicBezTo>
                  <a:pt x="3306590" y="5940012"/>
                  <a:pt x="3104023" y="5612698"/>
                  <a:pt x="2884296" y="4952389"/>
                </a:cubicBezTo>
                <a:cubicBezTo>
                  <a:pt x="2563124" y="3988024"/>
                  <a:pt x="2682989" y="4268372"/>
                  <a:pt x="2589046" y="3959832"/>
                </a:cubicBezTo>
                <a:cubicBezTo>
                  <a:pt x="2387923" y="3275658"/>
                  <a:pt x="2548876" y="2819541"/>
                  <a:pt x="1542709" y="2175214"/>
                </a:cubicBezTo>
                <a:cubicBezTo>
                  <a:pt x="107271" y="1397486"/>
                  <a:pt x="0" y="914437"/>
                  <a:pt x="0" y="0"/>
                </a:cubicBezTo>
                <a:close/>
              </a:path>
            </a:pathLst>
          </a:custGeom>
          <a:gradFill>
            <a:gsLst>
              <a:gs pos="22000">
                <a:schemeClr val="accent2">
                  <a:lumMod val="50000"/>
                  <a:alpha val="42000"/>
                </a:schemeClr>
              </a:gs>
              <a:gs pos="74000">
                <a:schemeClr val="accent2">
                  <a:lumMod val="75000"/>
                  <a:alpha val="42000"/>
                </a:schemeClr>
              </a:gs>
              <a:gs pos="100000">
                <a:schemeClr val="accent3">
                  <a:lumMod val="75000"/>
                  <a:alpha val="4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7532965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8089409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609971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870585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6591212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4417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702455393" name=""/>
          <p:cNvSpPr/>
          <p:nvPr/>
        </p:nvSpPr>
        <p:spPr bwMode="auto">
          <a:xfrm rot="8070705" flipH="0" flipV="0">
            <a:off x="2033082" y="5000095"/>
            <a:ext cx="349223" cy="349223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2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77370" name=""/>
          <p:cNvSpPr/>
          <p:nvPr/>
        </p:nvSpPr>
        <p:spPr bwMode="auto">
          <a:xfrm rot="5399976" flipH="0" flipV="0">
            <a:off x="2666403" y="-2667612"/>
            <a:ext cx="6879729" cy="1217141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046" y="43200"/>
                </a:lnTo>
                <a:cubicBezTo>
                  <a:pt x="39677" y="42246"/>
                  <a:pt x="34285" y="34057"/>
                  <a:pt x="32283" y="30754"/>
                </a:cubicBezTo>
                <a:cubicBezTo>
                  <a:pt x="28975" y="25293"/>
                  <a:pt x="30512" y="20870"/>
                  <a:pt x="29644" y="17212"/>
                </a:cubicBezTo>
                <a:cubicBezTo>
                  <a:pt x="28595" y="12807"/>
                  <a:pt x="23020" y="12984"/>
                  <a:pt x="15999" y="12617"/>
                </a:cubicBezTo>
                <a:cubicBezTo>
                  <a:pt x="7418" y="12251"/>
                  <a:pt x="0" y="4662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40000"/>
                </a:schemeClr>
              </a:gs>
              <a:gs pos="19000">
                <a:schemeClr val="accent2">
                  <a:lumMod val="50000"/>
                  <a:alpha val="40000"/>
                </a:schemeClr>
              </a:gs>
              <a:gs pos="46000">
                <a:schemeClr val="accent2">
                  <a:lumMod val="50000"/>
                  <a:alpha val="40000"/>
                </a:schemeClr>
              </a:gs>
              <a:gs pos="63000">
                <a:schemeClr val="accent2">
                  <a:lumMod val="50000"/>
                  <a:alpha val="40000"/>
                </a:schemeClr>
              </a:gs>
              <a:gs pos="96000">
                <a:schemeClr val="bg2">
                  <a:lumMod val="10000"/>
                  <a:alpha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88500773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04594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6" cy="823911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  <a:lvl6pPr marL="2286000" indent="0">
              <a:buNone/>
              <a:defRPr sz="2800" b="1"/>
            </a:lvl6pPr>
            <a:lvl7pPr marL="2743200" indent="0">
              <a:buNone/>
              <a:defRPr sz="2800" b="1"/>
            </a:lvl7pPr>
            <a:lvl8pPr marL="3200400" indent="0">
              <a:buNone/>
              <a:defRPr sz="2800" b="1"/>
            </a:lvl8pPr>
            <a:lvl9pPr marL="3657600" indent="0">
              <a:buNone/>
              <a:defRPr sz="28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958974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3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3246869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  <a:lvl6pPr marL="2286000" indent="0">
              <a:buNone/>
              <a:defRPr sz="2800" b="1"/>
            </a:lvl6pPr>
            <a:lvl7pPr marL="2743200" indent="0">
              <a:buNone/>
              <a:defRPr sz="2800" b="1"/>
            </a:lvl7pPr>
            <a:lvl8pPr marL="3200400" indent="0">
              <a:buNone/>
              <a:defRPr sz="2800" b="1"/>
            </a:lvl8pPr>
            <a:lvl9pPr marL="3657600" indent="0">
              <a:buNone/>
              <a:defRPr sz="28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468093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4483143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44762388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130625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2667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4814724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40552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846369338" name=""/>
          <p:cNvSpPr/>
          <p:nvPr/>
        </p:nvSpPr>
        <p:spPr bwMode="auto">
          <a:xfrm flipH="1" flipV="0">
            <a:off x="0" y="0"/>
            <a:ext cx="6850011" cy="6687496"/>
          </a:xfrm>
          <a:custGeom>
            <a:avLst/>
            <a:gdLst/>
            <a:ahLst/>
            <a:cxnLst/>
            <a:rect l="0" t="0" r="r" b="b"/>
            <a:pathLst>
              <a:path w="3881133" h="6687499" fill="norm" stroke="1" extrusionOk="0">
                <a:moveTo>
                  <a:pt x="0" y="0"/>
                </a:moveTo>
                <a:cubicBezTo>
                  <a:pt x="0" y="0"/>
                  <a:pt x="3881133" y="0"/>
                  <a:pt x="3881133" y="0"/>
                </a:cubicBezTo>
                <a:cubicBezTo>
                  <a:pt x="3881133" y="0"/>
                  <a:pt x="3881133" y="6687499"/>
                  <a:pt x="3881133" y="6687499"/>
                </a:cubicBezTo>
                <a:cubicBezTo>
                  <a:pt x="3306590" y="5940012"/>
                  <a:pt x="3104023" y="5612698"/>
                  <a:pt x="2884296" y="4952389"/>
                </a:cubicBezTo>
                <a:cubicBezTo>
                  <a:pt x="2563124" y="3988024"/>
                  <a:pt x="2682989" y="4268372"/>
                  <a:pt x="2589046" y="3959832"/>
                </a:cubicBezTo>
                <a:cubicBezTo>
                  <a:pt x="2387923" y="3275658"/>
                  <a:pt x="2548876" y="2819541"/>
                  <a:pt x="1542709" y="2175214"/>
                </a:cubicBezTo>
                <a:cubicBezTo>
                  <a:pt x="107271" y="1397486"/>
                  <a:pt x="0" y="914437"/>
                  <a:pt x="0" y="0"/>
                </a:cubicBezTo>
                <a:close/>
              </a:path>
            </a:pathLst>
          </a:custGeom>
          <a:gradFill>
            <a:gsLst>
              <a:gs pos="4000">
                <a:schemeClr val="accent2">
                  <a:lumMod val="50000"/>
                  <a:alpha val="40000"/>
                </a:schemeClr>
              </a:gs>
              <a:gs pos="33000">
                <a:schemeClr val="accent1">
                  <a:lumMod val="50000"/>
                  <a:alpha val="40000"/>
                </a:schemeClr>
              </a:gs>
              <a:gs pos="74000">
                <a:schemeClr val="accent2">
                  <a:lumMod val="50000"/>
                  <a:alpha val="40000"/>
                </a:schemeClr>
              </a:gs>
              <a:gs pos="100000">
                <a:schemeClr val="accent3">
                  <a:lumMod val="75000"/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60079251" name=""/>
          <p:cNvSpPr/>
          <p:nvPr/>
        </p:nvSpPr>
        <p:spPr bwMode="auto">
          <a:xfrm rot="6613455" flipH="0" flipV="0">
            <a:off x="251867" y="297216"/>
            <a:ext cx="513414" cy="51341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1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0717811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/>
              <a:t>Click to edit </a:t>
            </a:r>
            <a:endParaRPr/>
          </a:p>
        </p:txBody>
      </p:sp>
      <p:sp>
        <p:nvSpPr>
          <p:cNvPr id="150239792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76477616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6" y="457198"/>
            <a:ext cx="6172200" cy="540384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accent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0123724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3430947" y="0"/>
            <a:ext cx="8915397" cy="6229350"/>
          </a:xfrm>
          <a:prstGeom prst="rect">
            <a:avLst/>
          </a:prstGeom>
          <a:ln w="12700">
            <a:noFill/>
          </a:ln>
        </p:spPr>
      </p:pic>
      <p:sp>
        <p:nvSpPr>
          <p:cNvPr id="2030574657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6" y="3429000"/>
            <a:ext cx="7312150" cy="1325561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4787904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31623692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46448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786768043" name="Shape 1998852806"/>
          <p:cNvSpPr/>
          <p:nvPr/>
        </p:nvSpPr>
        <p:spPr bwMode="auto">
          <a:xfrm rot="0" flipH="0" flipV="0">
            <a:off x="0" y="0"/>
            <a:ext cx="12198093" cy="6858000"/>
          </a:xfrm>
          <a:custGeom>
            <a:avLst/>
            <a:gdLst/>
            <a:ahLst/>
            <a:cxnLst/>
            <a:rect l="0" t="0" r="r" b="b"/>
            <a:pathLst>
              <a:path w="11974958" h="6661194" fill="norm" stroke="1" extrusionOk="0">
                <a:moveTo>
                  <a:pt x="0" y="0"/>
                </a:moveTo>
                <a:cubicBezTo>
                  <a:pt x="0" y="0"/>
                  <a:pt x="11974958" y="0"/>
                  <a:pt x="11974958" y="0"/>
                </a:cubicBezTo>
                <a:cubicBezTo>
                  <a:pt x="11974958" y="0"/>
                  <a:pt x="11974957" y="6468203"/>
                  <a:pt x="11974957" y="6468203"/>
                </a:cubicBezTo>
                <a:cubicBezTo>
                  <a:pt x="11189698" y="6783155"/>
                  <a:pt x="9699108" y="6748947"/>
                  <a:pt x="9038579" y="6092750"/>
                </a:cubicBezTo>
                <a:cubicBezTo>
                  <a:pt x="8056839" y="5118385"/>
                  <a:pt x="8542376" y="4134151"/>
                  <a:pt x="8300730" y="3409738"/>
                </a:cubicBezTo>
                <a:cubicBezTo>
                  <a:pt x="8005759" y="2537759"/>
                  <a:pt x="6937295" y="2580626"/>
                  <a:pt x="5040890" y="2631665"/>
                </a:cubicBezTo>
                <a:cubicBezTo>
                  <a:pt x="2519743" y="2568136"/>
                  <a:pt x="0" y="923943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30000"/>
                </a:schemeClr>
              </a:gs>
              <a:gs pos="15000">
                <a:schemeClr val="accent3">
                  <a:lumMod val="75000"/>
                  <a:alpha val="30000"/>
                </a:schemeClr>
              </a:gs>
              <a:gs pos="32000">
                <a:schemeClr val="accent2">
                  <a:lumMod val="50000"/>
                  <a:alpha val="30000"/>
                </a:schemeClr>
              </a:gs>
              <a:gs pos="69000">
                <a:schemeClr val="accent2">
                  <a:lumMod val="50000"/>
                  <a:alpha val="30000"/>
                </a:schemeClr>
              </a:gs>
              <a:gs pos="96000">
                <a:schemeClr val="bg2">
                  <a:lumMod val="10000"/>
                  <a:alpha val="30000"/>
                </a:schemeClr>
              </a:gs>
            </a:gsLst>
            <a:lin ang="204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55216373" name=""/>
          <p:cNvSpPr/>
          <p:nvPr/>
        </p:nvSpPr>
        <p:spPr bwMode="auto">
          <a:xfrm flipH="0" flipV="0">
            <a:off x="3668729" y="0"/>
            <a:ext cx="8523265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31999"/>
                </a:schemeClr>
              </a:gs>
              <a:gs pos="19000">
                <a:schemeClr val="accent2">
                  <a:lumMod val="50000"/>
                  <a:alpha val="31999"/>
                </a:schemeClr>
              </a:gs>
              <a:gs pos="31000">
                <a:schemeClr val="accent3">
                  <a:lumMod val="75000"/>
                  <a:alpha val="31999"/>
                </a:schemeClr>
              </a:gs>
              <a:gs pos="53000">
                <a:schemeClr val="accent2">
                  <a:lumMod val="50000"/>
                  <a:alpha val="31999"/>
                </a:schemeClr>
              </a:gs>
              <a:gs pos="80000">
                <a:schemeClr val="accent2">
                  <a:lumMod val="50000"/>
                  <a:alpha val="31999"/>
                </a:schemeClr>
              </a:gs>
              <a:gs pos="100000">
                <a:schemeClr val="tx2">
                  <a:lumMod val="75000"/>
                  <a:alpha val="31999"/>
                </a:schemeClr>
              </a:gs>
            </a:gsLst>
            <a:lin ang="192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368657836" name=""/>
          <p:cNvSpPr/>
          <p:nvPr/>
        </p:nvSpPr>
        <p:spPr bwMode="auto">
          <a:xfrm rot="1608855" flipH="0" flipV="0">
            <a:off x="522936" y="1578480"/>
            <a:ext cx="630525" cy="630525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7524340" name=""/>
          <p:cNvSpPr/>
          <p:nvPr/>
        </p:nvSpPr>
        <p:spPr bwMode="auto">
          <a:xfrm rot="17382832" flipH="0" flipV="0">
            <a:off x="1318345" y="2482165"/>
            <a:ext cx="405916" cy="40591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909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0169504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87965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047530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3804100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6" y="457198"/>
            <a:ext cx="6172200" cy="540384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227696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30227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5624177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7571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8792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615122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297849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798497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1307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18331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0827091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350262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211359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54534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369837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4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4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40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40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4000"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 sz="4000"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 sz="4000"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 sz="4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8270329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4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4622992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64375413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120144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057814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 Black"/>
                <a:ea typeface="Arial Black"/>
                <a:cs typeface="Arial Black"/>
              </a:rPr>
              <a:t>QUIC</a:t>
            </a:r>
            <a:endParaRPr lang="en-US"/>
          </a:p>
        </p:txBody>
      </p:sp>
      <p:sp>
        <p:nvSpPr>
          <p:cNvPr id="628595085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0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A UDP-Based Multiplexed and Secure Transport</a:t>
            </a:r>
            <a:endParaRPr lang="en-US" sz="2000" b="0" i="0" u="none" strike="noStrike" cap="none" spc="0">
              <a:solidFill>
                <a:schemeClr val="bg1">
                  <a:lumMod val="9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/>
          </a:p>
        </p:txBody>
      </p:sp>
      <p:sp>
        <p:nvSpPr>
          <p:cNvPr id="261648373" name="Subtitle 2"/>
          <p:cNvSpPr>
            <a:spLocks noGrp="1"/>
          </p:cNvSpPr>
          <p:nvPr/>
        </p:nvSpPr>
        <p:spPr bwMode="auto">
          <a:xfrm flipH="0" flipV="0">
            <a:off x="9066315" y="91907"/>
            <a:ext cx="2957574" cy="31822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>
            <a:lvl1pPr marL="0" indent="0" algn="l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By Hirusha Adikari (s225555137)</a:t>
            </a:r>
            <a:endParaRPr lang="en-US" sz="2000" b="0" i="0" u="none" strike="noStrike" cap="none" spc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7967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912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8308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3514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4539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37390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2911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0248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lent Flow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2026-08-19T13:18:06Z</dcterms:modified>
</cp:coreProperties>
</file>